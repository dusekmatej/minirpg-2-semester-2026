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6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B22"/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9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73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miniRPG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2D RPG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postavená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kompletně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Forms.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se zaměřuje na čistou architekturu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výkonost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stavění pořádné hry od základu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Ms5tC0ImPfA?feature=oembed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1440" y="182880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91440" y="269748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91440" y="356616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1440" y="44348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105156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05156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051560" y="182880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1051560" y="269748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051560" y="356616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051560" y="44348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201168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201168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2011680" y="182880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2011680" y="269748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2011680" y="356616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2011680" y="44348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297180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97180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971800" y="182880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971800" y="269748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2971800" y="44348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93192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93192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182880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3931920" y="269748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3931920" y="356616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3931920" y="44348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489204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489204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4892040" y="182880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4892040" y="269748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4892040" y="356616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4892040" y="44348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585216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585216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5852160" y="182880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5852160" y="269748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5852160" y="356616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5852160" y="44348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81228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681228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6812280" y="197739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6812280" y="284607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6812280" y="314325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6803136" y="403479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777240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777240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7772400" y="197739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7772400" y="284607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7772400" y="314325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7763256" y="403479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8732520" y="9144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8732520" y="96012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8732520" y="197739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8732520" y="284607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8732520" y="314325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8723376" y="4034790"/>
            <a:ext cx="36576" cy="36576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2" name="Shape 60"/>
          <p:cNvSpPr/>
          <p:nvPr/>
        </p:nvSpPr>
        <p:spPr>
          <a:xfrm>
            <a:off x="0" y="1463040"/>
            <a:ext cx="182880" cy="21945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3" name="Text 6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miniRPG</a:t>
            </a:r>
            <a:endParaRPr lang="en-US" sz="6000" dirty="0"/>
          </a:p>
        </p:txBody>
      </p:sp>
      <p:sp>
        <p:nvSpPr>
          <p:cNvPr id="64" name="Text 62"/>
          <p:cNvSpPr/>
          <p:nvPr/>
        </p:nvSpPr>
        <p:spPr>
          <a:xfrm>
            <a:off x="45720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Game Engine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354419" y="3337560"/>
            <a:ext cx="26173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s-CZ" sz="1400" dirty="0">
                <a:solidFill>
                  <a:schemeClr val="bg1"/>
                </a:solidFill>
              </a:rPr>
              <a:t>Matěj Dušek a František Kopecký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400800" y="152019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7" name="Text 65"/>
          <p:cNvSpPr/>
          <p:nvPr/>
        </p:nvSpPr>
        <p:spPr>
          <a:xfrm>
            <a:off x="6400800" y="152019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10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6400800" y="211455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9" name="Text 67"/>
          <p:cNvSpPr/>
          <p:nvPr/>
        </p:nvSpPr>
        <p:spPr>
          <a:xfrm>
            <a:off x="6400800" y="21145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400800" y="273177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3" name="Text 71"/>
          <p:cNvSpPr/>
          <p:nvPr/>
        </p:nvSpPr>
        <p:spPr>
          <a:xfrm>
            <a:off x="6400800" y="273177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391656" y="334899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5" name="Text 73"/>
          <p:cNvSpPr/>
          <p:nvPr/>
        </p:nvSpPr>
        <p:spPr>
          <a:xfrm>
            <a:off x="6391656" y="334899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cs-CZ" sz="3200" b="1" dirty="0">
                <a:solidFill>
                  <a:schemeClr val="bg1"/>
                </a:solidFill>
              </a:rPr>
              <a:t>Přehled projektu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161B22"/>
          </a:solidFill>
          <a:ln w="1270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48640" y="11622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miniRPG?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Momentální</a:t>
            </a: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 world generation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Chunk-based terrain rendering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animated character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camera follow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(Entity-Component-System)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</a:t>
            </a:r>
            <a:r>
              <a:rPr lang="cs-CZ" sz="13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ory</a:t>
            </a: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Hotbar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 ore mining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game loop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hra funguje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64592" cy="65836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(UI Layer)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9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MainForm · Load · Input 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2011680"/>
            <a:ext cx="0" cy="164592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777240" y="2221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Game.cs · </a:t>
            </a:r>
            <a:r>
              <a:rPr lang="cs-CZ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inicializuje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907792"/>
            <a:ext cx="0" cy="164592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164592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777240" y="3118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Spouští všechny systémy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3803904"/>
            <a:ext cx="0" cy="164592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164592" cy="65836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77240" y="4014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Nesou data a přidávají se na všechny entity 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3931920" cy="276932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50292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600" b="1" dirty="0">
                <a:solidFill>
                  <a:schemeClr val="bg1"/>
                </a:solidFill>
              </a:rPr>
              <a:t>Klíčové Funkce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0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Layers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2121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IRenderLayer interface — </a:t>
            </a:r>
            <a:r>
              <a:rPr lang="cs-CZ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</a:t>
            </a:r>
            <a:r>
              <a:rPr lang="cs-CZ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vykresluje zvlášť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441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2688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gets Update(World, deltaTime) per frame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Manager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19909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terrain chunks to Bitmap, reuse until dirty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Delegates/Events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0" y="36896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OnInteract action on interactable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3200" b="1" dirty="0">
                <a:solidFill>
                  <a:schemeClr val="bg1"/>
                </a:solidFill>
              </a:rPr>
              <a:t>Popis nejhlavnějších algotitmů a funkcí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 </a:t>
            </a:r>
            <a:r>
              <a:rPr lang="cs-CZ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2704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2D Perlin noise </a:t>
            </a:r>
            <a:r>
              <a:rPr lang="cs-CZ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 scale + detail scale layering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— same world every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tiles on-the-fly per chunk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148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89204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Chunk-Based Terrain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52704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split into 16×16 tile chunks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visible chunks are loaded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to Bitmap — drawn in one call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flag triggers re-bake on change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4572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Game Loop (60 FPS)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015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Application.Idle loop — no timer lag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PeekMessage for idle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Delta-time based movement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update from render speed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489204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</a:t>
            </a:r>
            <a:r>
              <a:rPr lang="cs-CZ" sz="1400" b="1" dirty="0" err="1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4015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distance check per entity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CheckRadius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scans all interactables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IsInRange flag drives UI feedback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OnInteract — fully decoupled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Požadavky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48840" y="1078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MainForm (game) + Load (splash screen)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4910328" y="1170432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5166360" y="10789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Custom Component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078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InventoryComponent, HotbarComponent, StatisticBarComponent…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472184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75488" y="1591056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731520" y="14996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≠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14996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/ Systems / World — zero UI code in game logic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472184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4910328" y="1591056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5166360" y="14996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/ Events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4996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Interactable.OnInteract, Application.Idle game loop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892808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475488" y="201168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31520" y="1920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Algorithm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 map gen + chunk baking system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892808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4910328" y="201168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166360" y="1920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+ Game Loop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Graphics.DrawImage per layer, Application.Idle + PeekMessage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313432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731520" y="2340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 (JSON/XML)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48840" y="2340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game state serialization with error handling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313432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4910328" y="2432304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5166360" y="2340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+ 10 Commits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2340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— meaningful commits spread over semester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734056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475488" y="285292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731520" y="27614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Architecture Diagram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48840" y="2761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diagram + controls + AI logbook section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734056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4910328" y="285292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5166360" y="27614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Play + PowerPoint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2761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+ 1-minute gameplay video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75488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594360" y="4736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Done</a:t>
            </a:r>
            <a:endParaRPr lang="en-US" sz="1100" dirty="0"/>
          </a:p>
        </p:txBody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EABB1897-0590-70D2-C640-CECFC441F5CA}"/>
              </a:ext>
            </a:extLst>
          </p:cNvPr>
          <p:cNvSpPr/>
          <p:nvPr/>
        </p:nvSpPr>
        <p:spPr>
          <a:xfrm>
            <a:off x="475488" y="2432304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Týmové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</a:t>
            </a:r>
            <a:r>
              <a:rPr lang="cs-CZ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zdělení</a:t>
            </a:r>
            <a:r>
              <a:rPr lang="cs-CZ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Práce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Matěj Dušek </a:t>
            </a: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Engine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1465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architecture design</a:t>
            </a:r>
            <a:endParaRPr lang="en-US" sz="1300" dirty="0"/>
          </a:p>
          <a:p>
            <a:pPr marL="342900" indent="-342900">
              <a:buSzPct val="100000"/>
              <a:buFontTx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 &amp; </a:t>
            </a:r>
            <a:r>
              <a:rPr lang="cs-CZ" sz="1300" dirty="0">
                <a:solidFill>
                  <a:schemeClr val="bg1"/>
                </a:solidFill>
              </a:rPr>
              <a:t>generace</a:t>
            </a:r>
            <a:r>
              <a:rPr lang="cs-CZ" dirty="0"/>
              <a:t> </a:t>
            </a:r>
            <a:r>
              <a:rPr lang="cs-CZ" sz="1300" dirty="0">
                <a:solidFill>
                  <a:schemeClr val="bg1"/>
                </a:solidFill>
              </a:rPr>
              <a:t>terénu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baking &amp; ChunkManager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 (Application.Idle)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cs-CZ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Vykreslování</a:t>
            </a: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smooth-follow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Franti</a:t>
            </a:r>
            <a:r>
              <a:rPr lang="cs-CZ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šek Kopecký</a:t>
            </a: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UI &amp; Game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74904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hotbar system</a:t>
            </a:r>
            <a:endParaRPr lang="en-US" sz="1300" dirty="0"/>
          </a:p>
          <a:p>
            <a:pPr marL="342900" indent="-342900">
              <a:buSzPct val="100000"/>
              <a:buFontTx/>
              <a:buChar char="•"/>
            </a:pPr>
            <a:r>
              <a:rPr lang="cs-CZ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Databáze a </a:t>
            </a:r>
            <a:r>
              <a:rPr lang="cs-CZ" sz="1300" dirty="0">
                <a:solidFill>
                  <a:schemeClr val="bg1"/>
                </a:solidFill>
              </a:rPr>
              <a:t>vykreslování </a:t>
            </a:r>
            <a:r>
              <a:rPr lang="cs-CZ" sz="13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itemů</a:t>
            </a: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system (mining)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bar UI </a:t>
            </a:r>
            <a:r>
              <a:rPr lang="cs-CZ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omponent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&amp; </a:t>
            </a:r>
            <a:r>
              <a:rPr lang="cs-CZ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animace</a:t>
            </a: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 asset</a:t>
            </a:r>
            <a:r>
              <a:rPr lang="cs-CZ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system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8E6D4697-76B2-E8CF-FCAC-D8296F5007C4}"/>
              </a:ext>
            </a:extLst>
          </p:cNvPr>
          <p:cNvSpPr txBox="1"/>
          <p:nvPr/>
        </p:nvSpPr>
        <p:spPr>
          <a:xfrm>
            <a:off x="366779" y="283535"/>
            <a:ext cx="841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Let’s play video</a:t>
            </a:r>
            <a:endParaRPr lang="cs-CZ" sz="3200" b="1" dirty="0">
              <a:solidFill>
                <a:schemeClr val="bg1"/>
              </a:solidFill>
            </a:endParaRPr>
          </a:p>
        </p:txBody>
      </p:sp>
      <p:pic>
        <p:nvPicPr>
          <p:cNvPr id="2" name="Online médium 1" title="miniRPG - Letsplay">
            <a:hlinkClick r:id="" action="ppaction://media"/>
            <a:extLst>
              <a:ext uri="{FF2B5EF4-FFF2-40B4-BE49-F238E27FC236}">
                <a16:creationId xmlns:a16="http://schemas.microsoft.com/office/drawing/2014/main" id="{85FDE2F5-A7CC-3605-F7C0-F3AFFA93ED3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18006" y="868310"/>
            <a:ext cx="6907987" cy="390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9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Logbook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how AI tools were used during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3716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40 FPS despite 16ms timer. AI suggested Application.Idle + PeekMessage loop to replace Windows Forms timer — solved the issue.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137160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terrain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4261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AI to design a chunk + Bitmap baking architecture for better tile rendering performance. Implemented the design ourselves.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91256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" y="3191256"/>
            <a:ext cx="137160" cy="80467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40080" y="32644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NativeMethods.cs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PeekMessage P/Invoke boilerplate was AI-generated (marked in comments). We verified and understood it before using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123944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365760" y="4123944"/>
            <a:ext cx="137160" cy="80467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640080" y="41970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5079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review ECS design and suggest where to use interfaces vs abstract classes in the rendering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by jsme chtěli přidat do budoucna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65760" y="1197456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10" name="Shape 8"/>
          <p:cNvSpPr/>
          <p:nvPr/>
        </p:nvSpPr>
        <p:spPr>
          <a:xfrm>
            <a:off x="365760" y="1197456"/>
            <a:ext cx="164592" cy="86868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7315200" y="145348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7315200" y="14534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s-CZ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PLANED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127060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Figthing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162722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Více enemies, více zbraní a potionů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382420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365760" y="2382420"/>
            <a:ext cx="164592" cy="8686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7315200" y="2638452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7315200" y="26384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" y="245557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</a:t>
            </a:r>
            <a:r>
              <a:rPr lang="cs-CZ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281218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Hunger, stamina, day/night cycle feeding into stat bars.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7384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365760" y="3567384"/>
            <a:ext cx="164592" cy="868680"/>
          </a:xfrm>
          <a:prstGeom prst="rect">
            <a:avLst/>
          </a:prstGeom>
          <a:solidFill>
            <a:srgbClr val="BC8CFF"/>
          </a:solidFill>
          <a:ln w="1270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7315200" y="3823416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7315200" y="38234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64053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Rozšíření Itemů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399715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s-CZ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Více typů oréček, dřeva a jídla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353C3A48-24A7-870B-A87D-71D945A367A3}"/>
              </a:ext>
            </a:extLst>
          </p:cNvPr>
          <p:cNvSpPr txBox="1"/>
          <p:nvPr/>
        </p:nvSpPr>
        <p:spPr>
          <a:xfrm>
            <a:off x="418011" y="241663"/>
            <a:ext cx="3925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Momentální bugy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1D790686-5FE2-E861-C855-BA3D5F6561BA}"/>
              </a:ext>
            </a:extLst>
          </p:cNvPr>
          <p:cNvSpPr/>
          <p:nvPr/>
        </p:nvSpPr>
        <p:spPr>
          <a:xfrm>
            <a:off x="365760" y="1130069"/>
            <a:ext cx="8412480" cy="7022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 anchor="ctr"/>
          <a:lstStyle/>
          <a:p>
            <a:r>
              <a:rPr lang="cs-CZ" dirty="0">
                <a:solidFill>
                  <a:schemeClr val="bg1"/>
                </a:solidFill>
              </a:rPr>
              <a:t>- Některé </a:t>
            </a:r>
            <a:r>
              <a:rPr lang="cs-CZ" dirty="0" err="1">
                <a:solidFill>
                  <a:schemeClr val="bg1"/>
                </a:solidFill>
              </a:rPr>
              <a:t>ores</a:t>
            </a:r>
            <a:r>
              <a:rPr lang="cs-CZ" dirty="0">
                <a:solidFill>
                  <a:schemeClr val="bg1"/>
                </a:solidFill>
              </a:rPr>
              <a:t> se </a:t>
            </a:r>
            <a:r>
              <a:rPr lang="cs-CZ" dirty="0" err="1">
                <a:solidFill>
                  <a:schemeClr val="bg1"/>
                </a:solidFill>
              </a:rPr>
              <a:t>spawnují</a:t>
            </a:r>
            <a:r>
              <a:rPr lang="cs-CZ" dirty="0">
                <a:solidFill>
                  <a:schemeClr val="bg1"/>
                </a:solidFill>
              </a:rPr>
              <a:t> dvakrát na jednom místě</a:t>
            </a: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AF90599C-9797-222E-36B3-39BA8EB48A7B}"/>
              </a:ext>
            </a:extLst>
          </p:cNvPr>
          <p:cNvSpPr/>
          <p:nvPr/>
        </p:nvSpPr>
        <p:spPr>
          <a:xfrm>
            <a:off x="365760" y="2153249"/>
            <a:ext cx="8412480" cy="7022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 anchor="ctr"/>
          <a:lstStyle/>
          <a:p>
            <a:r>
              <a:rPr lang="cs-CZ" dirty="0">
                <a:solidFill>
                  <a:schemeClr val="bg1"/>
                </a:solidFill>
              </a:rPr>
              <a:t>- </a:t>
            </a: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05174FDA-0D49-8858-EE6A-FCF4195DBFE5}"/>
              </a:ext>
            </a:extLst>
          </p:cNvPr>
          <p:cNvSpPr/>
          <p:nvPr/>
        </p:nvSpPr>
        <p:spPr>
          <a:xfrm>
            <a:off x="365760" y="3176429"/>
            <a:ext cx="8412480" cy="7022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EC202F4-66B7-CB95-D12F-96115F347E35}"/>
              </a:ext>
            </a:extLst>
          </p:cNvPr>
          <p:cNvSpPr/>
          <p:nvPr/>
        </p:nvSpPr>
        <p:spPr>
          <a:xfrm>
            <a:off x="365760" y="4199609"/>
            <a:ext cx="8412480" cy="7022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590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10972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miniRPG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s-CZ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Děkujeme za pozornost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s-CZ" sz="2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Otázky</a:t>
            </a:r>
            <a:r>
              <a:rPr lang="en-US" sz="2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63040" y="3514592"/>
            <a:ext cx="1645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463040" y="3578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4200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3524693"/>
            <a:ext cx="1645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3749040" y="3588701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49040" y="4210493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520440"/>
            <a:ext cx="1645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035040" y="35844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3504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651</Words>
  <Application>Microsoft Office PowerPoint</Application>
  <PresentationFormat>Předvádění na obrazovce (16:9)</PresentationFormat>
  <Paragraphs>137</Paragraphs>
  <Slides>11</Slides>
  <Notes>9</Notes>
  <HiddenSlides>0</HiddenSlides>
  <MMClips>1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miniRPG — Semester Project</dc:title>
  <dc:subject>PptxGenJS Presentation</dc:subject>
  <dc:creator>PptxGenJS</dc:creator>
  <cp:lastModifiedBy>Matěj Dušek</cp:lastModifiedBy>
  <cp:revision>4</cp:revision>
  <dcterms:created xsi:type="dcterms:W3CDTF">2026-05-22T07:27:32Z</dcterms:created>
  <dcterms:modified xsi:type="dcterms:W3CDTF">2026-05-25T00:08:51Z</dcterms:modified>
</cp:coreProperties>
</file>