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D335DA-0EA0-502E-FD3A-5AF695F32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0B2D5E7-A5F2-6DD0-6710-C918D5CD9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DM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A03628C-F145-C094-A9ED-01C756DC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BBDA87-16A7-1C2A-6030-A2A0727E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E65D3C7-0E45-F32F-0A1D-AB480148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5913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8ECBB8-6DC9-01B1-8CBD-ED968D25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A9F828-1854-23A5-9DBC-4534D4AB3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8E3489-A6A5-CFF9-598A-5C3B6840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25E977-EA0B-8170-480E-3E789C17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C4D9F0-890B-FBC9-3DC3-F4CF9D46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249087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7D4956-8179-7B5E-FDB0-9472E173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9CDF6ED-63BA-DC63-17AA-FC104D72E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4F86C4-BE66-C7B4-5FAA-29C558DE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824C313-CF9E-FF70-54E0-ACF9AF8C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AAEBF50-D7FF-9C5A-C450-EE188593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54597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65AA5-E199-EA36-58FE-DE0F9915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93E872-2FEC-C5F3-0142-4DA2E8CF7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E4945F2-83EC-9E16-E18F-1F94DE309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135BE4E-B068-2C3E-DCFA-BA0BBC51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C2A1380-3414-130B-2F6B-1B57D5F9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B743FBD-030E-CD67-3611-09BED6EC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310130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64C631-922F-3567-FE3F-E65DA47E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EBEE2E1-BF04-F2CD-4286-0AE699983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66A591F-5197-A6AF-BC45-85E19249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11F45F4-FDC9-1EAD-5747-58CFAD371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D6A5687-783D-E04A-E51B-A862AC67F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B637CEC-4DDF-2AF4-0B8B-9249B89A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3F2C353-ADAD-F135-7BA2-511CCE5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CE670D0-2798-F644-8D80-3B6DFB21A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199865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7E1D82-B745-D548-2B1A-B6725BAF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1A1D015E-C6B0-B3A0-B55A-C8C6DA09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0BEF7D7-949B-E1AC-8349-128FAF3F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1EE200E-3208-DE2D-069B-1E733509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49079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A05D9C9-44E6-DF9C-A905-8AEA5021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6C07D6D-226F-DC72-2A1C-3863E3C0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787DEED-3C5B-8CA2-5469-A2AFB9C0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302415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6C9038-EF92-E7FB-0E44-CA2AA5CB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939248-8034-385F-EF21-0A58E55CF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FD2955F-82A9-26A1-38FF-B59BE4D3D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C4513C7-DFD0-EF64-7DFA-4955AF4B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C63A599-7866-A986-696E-096926A3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5DEB3EF-ACFD-318A-C152-C86B72E7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31763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041184-6310-8A2B-9F55-09009748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C02A7F5-D333-E7B7-0442-9099E81F7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M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5123590-1FDF-6EA7-A566-6FF88A289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4E34111-C3D6-C95D-0479-FF03FDD7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74621B0-3BA0-A6B0-E5FB-452F2C8C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943FDFD-2B66-EDCC-9FD3-4BCD186D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274042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FF2A4D-FD68-8DD6-ED04-20DCAB61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CED049A-5150-3505-D750-DCEE08D9D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CBC8FC-3264-750D-5490-1F2EA95D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B5CEC13-CC64-EE35-C11F-33A28551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408D02-98FE-E118-54B7-5DB99C2E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5702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3CE3E58-278A-B70C-0503-8DBD376E1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C5738EE-6724-14E5-DF5C-A43BFA54A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4CBE0C-24C9-FC0C-A5F7-CA9F6845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A3F7562-50F2-0478-D5A3-E35C59CF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887022-A5FD-9729-A884-699D2180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287053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06F526C-6F44-A5DC-7DE6-0036D200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DM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C093B04-90DD-E598-42E4-D350E0E88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DM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46B212-1F9E-7905-F157-4B39AF88D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1D200-8FAE-457A-9BC2-9E1D235ED175}" type="datetimeFigureOut">
              <a:rPr lang="en-DM" smtClean="0"/>
              <a:t>22/05/2026</a:t>
            </a:fld>
            <a:endParaRPr lang="en-DM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9BDB163-B160-7753-4631-27B047705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M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B1CBF68-8C75-AA36-3CA5-F9FDEB282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40E63-835E-468C-96E1-81EF84357994}" type="slidenum">
              <a:rPr lang="en-DM" smtClean="0"/>
              <a:t>‹#›</a:t>
            </a:fld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220860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8511B7-C186-2070-711F-11F751CCD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M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DA15B00-A6D7-F008-4410-922F49D52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M"/>
          </a:p>
        </p:txBody>
      </p:sp>
    </p:spTree>
    <p:extLst>
      <p:ext uri="{BB962C8B-B14F-4D97-AF65-F5344CB8AC3E}">
        <p14:creationId xmlns:p14="http://schemas.microsoft.com/office/powerpoint/2010/main" val="42848287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Širokoúhlá obrazovka</PresentationFormat>
  <Paragraphs>0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Motiv Office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Matěj Dušek</dc:creator>
  <cp:lastModifiedBy>Matěj Dušek</cp:lastModifiedBy>
  <cp:revision>1</cp:revision>
  <dcterms:created xsi:type="dcterms:W3CDTF">2026-05-22T07:00:56Z</dcterms:created>
  <dcterms:modified xsi:type="dcterms:W3CDTF">2026-05-22T07:01:20Z</dcterms:modified>
</cp:coreProperties>
</file>